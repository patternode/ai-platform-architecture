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D6E5"/>
    <a:srgbClr val="DFD2DE"/>
    <a:srgbClr val="5B1D58"/>
    <a:srgbClr val="005573"/>
    <a:srgbClr val="232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28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962B-716B-53DC-F06D-D8A3F0E3A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25D61-39B1-A1EB-BBEC-856AAA05F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D6982-F266-9340-7206-4FB851B47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99F9-BA67-EBB8-C98B-4A214514C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FEE64-A734-5A35-80DC-973F25B7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8809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48BD-79CB-DF61-2FCD-47A01C4EE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4DD93-AC34-7843-0FDA-3024B6773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C53DB-7BAE-687D-CF5B-E06B83EB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D24D7-7BC2-D5F2-595F-CF627DFA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C4618-044F-4C0D-B2AB-7DF51FB5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4739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A420-A34D-B426-DA51-F98BA3933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95939-4AF8-995F-4A91-93A986E5B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BA837-9342-4D91-C8A7-F98CBECD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0CC1B-CC3B-148C-F935-BAA37342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D9FF-7731-047B-AFB0-1FF151CC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15596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5EAD0-459A-F55E-B347-D392A39D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26EC3-668C-FBE9-F8F6-81FB8D98B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8A0A3-A1A0-C5F1-D8EB-318B3A8A7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11A02-F667-3755-C43B-B77C0D1B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647D8-B550-1D11-B110-47B5AC77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CFE7-8A33-2FA2-CF4C-0737DAE7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6462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4EBD9-6F14-1807-C413-87DEBA0F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273E5-1E7B-888B-2B76-0550E6493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7560D-931C-4C21-C444-D9B6B2B29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1EEC4-40B2-ED00-5FEB-235B77EC5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F857-9B1F-E09C-C164-7F70828E8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318608-46C7-701F-E7A2-1BFE85CF9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F323B-7BD0-5E57-AEB5-E3D5D4D2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3F621-8AA8-1515-6B4E-B603014A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558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8995-0ED0-594C-5719-B2F3AF59B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49998-CBE6-9B69-063A-56CC4D3B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FACF0-8037-E45E-29E1-F311C3EF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64A55-F29E-E47E-A747-751D16BF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105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32B11-07AB-3094-3275-30559CF1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770DC-D6D6-3730-287A-B347A4B1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F38F1-D0BF-6A9A-49AF-3E3D0BA6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3621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F12F-D375-1E79-104E-28D127968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850B3-7DD7-F9C7-78C4-F8DCFCCBD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9D9C4-4601-BD67-AC10-0142B43B9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0B53B-7D50-649E-9207-7D4B54CA4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3ACDB-A746-7E65-8CFB-E9B41FB6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07FC1-CF24-7753-757E-61EF199D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90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C875-9BA7-51D4-74F2-96ECC9EAA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476A3-DBC8-C9F8-C326-1AE34C654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46937-4DCB-CFA2-8B35-70C2930CD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03A21-C901-BACE-0030-664B338C2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F06BB-DEE5-7BD7-2373-A67E25D1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D992C-C959-F5FF-35BF-0E15E048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3237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3A85-3F2A-3EB0-FE74-F53A098C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CB791-2B7D-F1B9-D388-AE2D58390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D3154-C5EB-CE99-2D67-87A62AD4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699A8-C6B4-CA14-A82C-386CC22D3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5E380-09BC-1EDD-D33C-DD589E6C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8263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016BFD-A283-5EF8-C478-48502C82ED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46AF0-6EB8-0CCE-7EF4-3804EBC1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C880A-58F7-AD38-F019-35F42FDB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FC0FB-07FB-FFDD-4B53-C8988A44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770B0-CC9D-7177-0E77-2BBC634DD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5233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4BD08C-03C6-0E8F-B959-322778B1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0701F-C2BE-A241-259C-52E972E82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7B05E-4B87-552E-C056-98804AC71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9A5CB-6F1C-4DD8-952E-3A5213708843}" type="datetimeFigureOut">
              <a:rPr lang="en-NZ" smtClean="0"/>
              <a:t>11/09/2025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DA180-45C4-D02D-3FEF-6F6782D4E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CD0BC-87CD-A643-4985-DB4DD3A9D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4E234-D5BF-4E0B-B5D2-D024E3F99680}" type="slidenum">
              <a:rPr lang="en-NZ" smtClean="0"/>
              <a:t>‹#›</a:t>
            </a:fld>
            <a:endParaRPr lang="en-N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DDEF2-A709-F2DF-9D18-B2D3F80D8B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79275" y="63500"/>
            <a:ext cx="4619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PRIVATE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D9016-A8C9-EC7F-1725-99C6C734B2C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9275" y="6642100"/>
            <a:ext cx="4619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271052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814FB9-0BB1-381C-5914-28F0D0E4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89" y="274740"/>
            <a:ext cx="3805882" cy="2318472"/>
          </a:xfrm>
          <a:prstGeom prst="rect">
            <a:avLst/>
          </a:prstGeom>
        </p:spPr>
      </p:pic>
      <p:sp>
        <p:nvSpPr>
          <p:cNvPr id="7" name="Hexagon 6">
            <a:extLst>
              <a:ext uri="{FF2B5EF4-FFF2-40B4-BE49-F238E27FC236}">
                <a16:creationId xmlns:a16="http://schemas.microsoft.com/office/drawing/2014/main" id="{9AEA840F-B354-6409-7EA4-B369471F6D6C}"/>
              </a:ext>
            </a:extLst>
          </p:cNvPr>
          <p:cNvSpPr/>
          <p:nvPr/>
        </p:nvSpPr>
        <p:spPr>
          <a:xfrm>
            <a:off x="4679094" y="371220"/>
            <a:ext cx="4160107" cy="3558746"/>
          </a:xfrm>
          <a:prstGeom prst="hexagon">
            <a:avLst>
              <a:gd name="adj" fmla="val 28795"/>
              <a:gd name="vf" fmla="val 115470"/>
            </a:avLst>
          </a:prstGeom>
          <a:solidFill>
            <a:srgbClr val="232D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B204E6B1-4939-41E9-BE94-789CE8746064}"/>
              </a:ext>
            </a:extLst>
          </p:cNvPr>
          <p:cNvSpPr/>
          <p:nvPr/>
        </p:nvSpPr>
        <p:spPr>
          <a:xfrm>
            <a:off x="5287176" y="881965"/>
            <a:ext cx="2977436" cy="2547035"/>
          </a:xfrm>
          <a:prstGeom prst="hexagon">
            <a:avLst>
              <a:gd name="adj" fmla="val 28795"/>
              <a:gd name="vf" fmla="val 115470"/>
            </a:avLst>
          </a:prstGeom>
          <a:solidFill>
            <a:srgbClr val="0055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50B77A7-7A65-1F4D-0117-E0161840F2D0}"/>
              </a:ext>
            </a:extLst>
          </p:cNvPr>
          <p:cNvSpPr/>
          <p:nvPr/>
        </p:nvSpPr>
        <p:spPr>
          <a:xfrm>
            <a:off x="8110153" y="2311230"/>
            <a:ext cx="4160107" cy="3558746"/>
          </a:xfrm>
          <a:prstGeom prst="hexagon">
            <a:avLst>
              <a:gd name="adj" fmla="val 28795"/>
              <a:gd name="vf" fmla="val 115470"/>
            </a:avLst>
          </a:prstGeom>
          <a:solidFill>
            <a:srgbClr val="5B1D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9839EF78-C773-DE14-DCA6-AA26738C36C4}"/>
              </a:ext>
            </a:extLst>
          </p:cNvPr>
          <p:cNvSpPr/>
          <p:nvPr/>
        </p:nvSpPr>
        <p:spPr>
          <a:xfrm>
            <a:off x="8718235" y="2821975"/>
            <a:ext cx="2977436" cy="2547035"/>
          </a:xfrm>
          <a:prstGeom prst="hexagon">
            <a:avLst>
              <a:gd name="adj" fmla="val 28795"/>
              <a:gd name="vf" fmla="val 115470"/>
            </a:avLst>
          </a:prstGeom>
          <a:solidFill>
            <a:srgbClr val="EED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DF7783-C13E-E414-81EA-BB4093E09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29" y="2915414"/>
            <a:ext cx="4160107" cy="354003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11307E4-BA29-E02B-4C62-096BDECB868C}"/>
              </a:ext>
            </a:extLst>
          </p:cNvPr>
          <p:cNvGrpSpPr/>
          <p:nvPr/>
        </p:nvGrpSpPr>
        <p:grpSpPr>
          <a:xfrm>
            <a:off x="6620327" y="4802894"/>
            <a:ext cx="1247398" cy="1067082"/>
            <a:chOff x="4771207" y="3329375"/>
            <a:chExt cx="4160107" cy="3558746"/>
          </a:xfrm>
        </p:grpSpPr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CF085BBA-7D2F-7C55-D53D-D064EE2E4386}"/>
                </a:ext>
              </a:extLst>
            </p:cNvPr>
            <p:cNvSpPr/>
            <p:nvPr/>
          </p:nvSpPr>
          <p:spPr>
            <a:xfrm>
              <a:off x="4771207" y="3329375"/>
              <a:ext cx="4160107" cy="3558746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5B1D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86F7263C-D668-0850-CCBA-19EFBF65D668}"/>
                </a:ext>
              </a:extLst>
            </p:cNvPr>
            <p:cNvSpPr/>
            <p:nvPr/>
          </p:nvSpPr>
          <p:spPr>
            <a:xfrm>
              <a:off x="5379289" y="3840120"/>
              <a:ext cx="2977436" cy="2547035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EED6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9E3BEF48-B300-E7D8-8E20-C67CFF3D0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679" y="5055791"/>
            <a:ext cx="554550" cy="55455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49E39B7-6B8F-89B2-CBE7-B1AA217DA7F8}"/>
              </a:ext>
            </a:extLst>
          </p:cNvPr>
          <p:cNvGrpSpPr/>
          <p:nvPr/>
        </p:nvGrpSpPr>
        <p:grpSpPr>
          <a:xfrm>
            <a:off x="5603067" y="4242699"/>
            <a:ext cx="1247398" cy="1067082"/>
            <a:chOff x="3921971" y="1497045"/>
            <a:chExt cx="4160107" cy="3558746"/>
          </a:xfrm>
        </p:grpSpPr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7FF5F6BD-B2BD-B84D-73F3-6EEBA94EFA2B}"/>
                </a:ext>
              </a:extLst>
            </p:cNvPr>
            <p:cNvSpPr/>
            <p:nvPr/>
          </p:nvSpPr>
          <p:spPr>
            <a:xfrm>
              <a:off x="3921971" y="1497045"/>
              <a:ext cx="4160107" cy="3558746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232D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8B28251B-82FA-BC5B-2688-4BDFB01A4669}"/>
                </a:ext>
              </a:extLst>
            </p:cNvPr>
            <p:cNvSpPr/>
            <p:nvPr/>
          </p:nvSpPr>
          <p:spPr>
            <a:xfrm>
              <a:off x="4530053" y="2007790"/>
              <a:ext cx="2977436" cy="2547035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0055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DF28F71-8DBC-AABF-9A82-45769E00A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534" y="4566906"/>
            <a:ext cx="461443" cy="45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9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exagon 20">
            <a:extLst>
              <a:ext uri="{FF2B5EF4-FFF2-40B4-BE49-F238E27FC236}">
                <a16:creationId xmlns:a16="http://schemas.microsoft.com/office/drawing/2014/main" id="{DC20446B-4B27-3382-5B3A-59941AD6FB7B}"/>
              </a:ext>
            </a:extLst>
          </p:cNvPr>
          <p:cNvSpPr/>
          <p:nvPr/>
        </p:nvSpPr>
        <p:spPr>
          <a:xfrm>
            <a:off x="4332070" y="1080510"/>
            <a:ext cx="5830478" cy="4978999"/>
          </a:xfrm>
          <a:prstGeom prst="hexagon">
            <a:avLst>
              <a:gd name="adj" fmla="val 28795"/>
              <a:gd name="vf" fmla="val 11547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05D81A22-BBE7-6037-3F68-D06FD00EF0B2}"/>
              </a:ext>
            </a:extLst>
          </p:cNvPr>
          <p:cNvSpPr/>
          <p:nvPr/>
        </p:nvSpPr>
        <p:spPr>
          <a:xfrm>
            <a:off x="4715029" y="1441202"/>
            <a:ext cx="5064560" cy="4257614"/>
          </a:xfrm>
          <a:prstGeom prst="hexagon">
            <a:avLst>
              <a:gd name="adj" fmla="val 28795"/>
              <a:gd name="vf" fmla="val 11547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8854A-54ED-9977-0076-77602A8F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58" y="198872"/>
            <a:ext cx="11830397" cy="590837"/>
          </a:xfrm>
        </p:spPr>
        <p:txBody>
          <a:bodyPr>
            <a:normAutofit/>
          </a:bodyPr>
          <a:lstStyle/>
          <a:p>
            <a:r>
              <a:rPr lang="en-NZ" sz="2400" dirty="0"/>
              <a:t>We should integrate our Microservices vs Agent-Based Perspectives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5B7BDD-CDAE-F1BE-D513-396A2B64E271}"/>
              </a:ext>
            </a:extLst>
          </p:cNvPr>
          <p:cNvGrpSpPr/>
          <p:nvPr/>
        </p:nvGrpSpPr>
        <p:grpSpPr>
          <a:xfrm>
            <a:off x="1807258" y="1535992"/>
            <a:ext cx="1247398" cy="1067082"/>
            <a:chOff x="4771207" y="3329375"/>
            <a:chExt cx="4160107" cy="3558746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E83297F4-322A-7C73-9286-DEAF5839DC81}"/>
                </a:ext>
              </a:extLst>
            </p:cNvPr>
            <p:cNvSpPr/>
            <p:nvPr/>
          </p:nvSpPr>
          <p:spPr>
            <a:xfrm>
              <a:off x="4771207" y="3329375"/>
              <a:ext cx="4160107" cy="3558746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5B1D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1D2DC7F4-EFC6-605D-9AB8-E45C8E87880B}"/>
                </a:ext>
              </a:extLst>
            </p:cNvPr>
            <p:cNvSpPr/>
            <p:nvPr/>
          </p:nvSpPr>
          <p:spPr>
            <a:xfrm>
              <a:off x="5379289" y="3840120"/>
              <a:ext cx="2977436" cy="2547035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EED6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61FE8EA-963B-1D28-2A5A-57C2996A0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610" y="1788889"/>
            <a:ext cx="554550" cy="5545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201BEA7-6485-0B33-3835-A59336833CB5}"/>
              </a:ext>
            </a:extLst>
          </p:cNvPr>
          <p:cNvGrpSpPr/>
          <p:nvPr/>
        </p:nvGrpSpPr>
        <p:grpSpPr>
          <a:xfrm>
            <a:off x="789998" y="975797"/>
            <a:ext cx="1247398" cy="1067082"/>
            <a:chOff x="3921971" y="1497045"/>
            <a:chExt cx="4160107" cy="3558746"/>
          </a:xfrm>
        </p:grpSpPr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48E113D0-6024-1A75-9F72-3C3A7EFF7170}"/>
                </a:ext>
              </a:extLst>
            </p:cNvPr>
            <p:cNvSpPr/>
            <p:nvPr/>
          </p:nvSpPr>
          <p:spPr>
            <a:xfrm>
              <a:off x="3921971" y="1497045"/>
              <a:ext cx="4160107" cy="3558746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232D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CE926618-0EB9-4665-57DC-73622C2E0072}"/>
                </a:ext>
              </a:extLst>
            </p:cNvPr>
            <p:cNvSpPr/>
            <p:nvPr/>
          </p:nvSpPr>
          <p:spPr>
            <a:xfrm>
              <a:off x="4530053" y="2007790"/>
              <a:ext cx="2977436" cy="2547035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0055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0D3907-FFA3-A378-0777-0A86F64CF006}"/>
              </a:ext>
            </a:extLst>
          </p:cNvPr>
          <p:cNvGrpSpPr/>
          <p:nvPr/>
        </p:nvGrpSpPr>
        <p:grpSpPr>
          <a:xfrm>
            <a:off x="2799579" y="2096187"/>
            <a:ext cx="1247398" cy="1067082"/>
            <a:chOff x="3921971" y="1497045"/>
            <a:chExt cx="4160107" cy="3558746"/>
          </a:xfrm>
        </p:grpSpPr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B2CB787-DAD9-9935-BF6B-8D55CCB81E7B}"/>
                </a:ext>
              </a:extLst>
            </p:cNvPr>
            <p:cNvSpPr/>
            <p:nvPr/>
          </p:nvSpPr>
          <p:spPr>
            <a:xfrm>
              <a:off x="3921971" y="1497045"/>
              <a:ext cx="4160107" cy="3558746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232D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8AE1FBDC-A7B4-D7E3-489B-A2854CBF51F6}"/>
                </a:ext>
              </a:extLst>
            </p:cNvPr>
            <p:cNvSpPr/>
            <p:nvPr/>
          </p:nvSpPr>
          <p:spPr>
            <a:xfrm>
              <a:off x="4530053" y="2007790"/>
              <a:ext cx="2977436" cy="2547035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0055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A75091-032E-6C0B-A909-8B223A3C76DF}"/>
              </a:ext>
            </a:extLst>
          </p:cNvPr>
          <p:cNvGrpSpPr/>
          <p:nvPr/>
        </p:nvGrpSpPr>
        <p:grpSpPr>
          <a:xfrm>
            <a:off x="794089" y="2096187"/>
            <a:ext cx="1247398" cy="1067082"/>
            <a:chOff x="3921971" y="1497045"/>
            <a:chExt cx="4160107" cy="3558746"/>
          </a:xfrm>
        </p:grpSpPr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8F9D2BD7-499A-675B-851F-6D39F3E8EAD6}"/>
                </a:ext>
              </a:extLst>
            </p:cNvPr>
            <p:cNvSpPr/>
            <p:nvPr/>
          </p:nvSpPr>
          <p:spPr>
            <a:xfrm>
              <a:off x="3921971" y="1497045"/>
              <a:ext cx="4160107" cy="3558746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232D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87802AC3-29B4-4D51-F0F4-5A958F29B19A}"/>
                </a:ext>
              </a:extLst>
            </p:cNvPr>
            <p:cNvSpPr/>
            <p:nvPr/>
          </p:nvSpPr>
          <p:spPr>
            <a:xfrm>
              <a:off x="4530053" y="2007790"/>
              <a:ext cx="2977436" cy="2547035"/>
            </a:xfrm>
            <a:prstGeom prst="hexagon">
              <a:avLst>
                <a:gd name="adj" fmla="val 28795"/>
                <a:gd name="vf" fmla="val 115470"/>
              </a:avLst>
            </a:prstGeom>
            <a:solidFill>
              <a:srgbClr val="0055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3" name="Hexagon 2">
            <a:extLst>
              <a:ext uri="{FF2B5EF4-FFF2-40B4-BE49-F238E27FC236}">
                <a16:creationId xmlns:a16="http://schemas.microsoft.com/office/drawing/2014/main" id="{067BAA32-17EB-5D7D-F5D3-5CEB02975B81}"/>
              </a:ext>
            </a:extLst>
          </p:cNvPr>
          <p:cNvSpPr/>
          <p:nvPr/>
        </p:nvSpPr>
        <p:spPr>
          <a:xfrm>
            <a:off x="5167256" y="1790636"/>
            <a:ext cx="4160107" cy="3558746"/>
          </a:xfrm>
          <a:prstGeom prst="hexagon">
            <a:avLst>
              <a:gd name="adj" fmla="val 28795"/>
              <a:gd name="vf" fmla="val 115470"/>
            </a:avLst>
          </a:prstGeom>
          <a:solidFill>
            <a:srgbClr val="5B1D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BA4F2CAE-DB37-8DD5-FE5F-3E6ED9FF94B7}"/>
              </a:ext>
            </a:extLst>
          </p:cNvPr>
          <p:cNvSpPr/>
          <p:nvPr/>
        </p:nvSpPr>
        <p:spPr>
          <a:xfrm>
            <a:off x="5758591" y="2296492"/>
            <a:ext cx="2977436" cy="2547035"/>
          </a:xfrm>
          <a:prstGeom prst="hexagon">
            <a:avLst>
              <a:gd name="adj" fmla="val 28795"/>
              <a:gd name="vf" fmla="val 115470"/>
            </a:avLst>
          </a:prstGeom>
          <a:solidFill>
            <a:srgbClr val="EED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763BDC-3C27-9133-1EE4-50F4AC72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690" y="2513757"/>
            <a:ext cx="554550" cy="5545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AE3433-6E23-C1E3-32E7-9EDDF7AB5672}"/>
              </a:ext>
            </a:extLst>
          </p:cNvPr>
          <p:cNvSpPr txBox="1"/>
          <p:nvPr/>
        </p:nvSpPr>
        <p:spPr>
          <a:xfrm>
            <a:off x="6442432" y="3429000"/>
            <a:ext cx="1631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Agent purpose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447B9B-D62B-3A04-6350-56615FFE3C05}"/>
              </a:ext>
            </a:extLst>
          </p:cNvPr>
          <p:cNvSpPr txBox="1"/>
          <p:nvPr/>
        </p:nvSpPr>
        <p:spPr>
          <a:xfrm>
            <a:off x="6342180" y="4876126"/>
            <a:ext cx="1918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Agent Framework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75FAC3-17AB-D84F-3AF5-626ED3C15A1A}"/>
              </a:ext>
            </a:extLst>
          </p:cNvPr>
          <p:cNvSpPr txBox="1"/>
          <p:nvPr/>
        </p:nvSpPr>
        <p:spPr>
          <a:xfrm>
            <a:off x="6382255" y="5309399"/>
            <a:ext cx="183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Agentic Platform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7478E7-F482-F0DC-EA82-8AFDC93EC958}"/>
              </a:ext>
            </a:extLst>
          </p:cNvPr>
          <p:cNvSpPr txBox="1"/>
          <p:nvPr/>
        </p:nvSpPr>
        <p:spPr>
          <a:xfrm>
            <a:off x="6528673" y="5701846"/>
            <a:ext cx="154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Infrastructure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266FCC-85BE-1B8B-8C0C-C079D6025971}"/>
              </a:ext>
            </a:extLst>
          </p:cNvPr>
          <p:cNvSpPr txBox="1"/>
          <p:nvPr/>
        </p:nvSpPr>
        <p:spPr>
          <a:xfrm>
            <a:off x="9639837" y="1128943"/>
            <a:ext cx="2658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Make choices to maximise our ability to procure or build the agents we will need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0CA10D-3A27-5D97-9F49-88C73F341156}"/>
              </a:ext>
            </a:extLst>
          </p:cNvPr>
          <p:cNvSpPr txBox="1"/>
          <p:nvPr/>
        </p:nvSpPr>
        <p:spPr>
          <a:xfrm>
            <a:off x="1422809" y="3321540"/>
            <a:ext cx="2658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Treat agents as a type of service. Align with our choices in other platforms.</a:t>
            </a:r>
          </a:p>
        </p:txBody>
      </p:sp>
    </p:spTree>
    <p:extLst>
      <p:ext uri="{BB962C8B-B14F-4D97-AF65-F5344CB8AC3E}">
        <p14:creationId xmlns:p14="http://schemas.microsoft.com/office/powerpoint/2010/main" val="21029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CCE7-8041-C330-2D09-77612B2C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7690-43D4-BF07-1D58-0F61C7125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58" y="198872"/>
            <a:ext cx="11830397" cy="590837"/>
          </a:xfrm>
        </p:spPr>
        <p:txBody>
          <a:bodyPr>
            <a:normAutofit/>
          </a:bodyPr>
          <a:lstStyle/>
          <a:p>
            <a:r>
              <a:rPr lang="en-NZ" sz="2400" dirty="0"/>
              <a:t>We should integrate our Microservices vs Agent-Based Perspectives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A02A0-B341-209E-1930-AE5829E7778B}"/>
              </a:ext>
            </a:extLst>
          </p:cNvPr>
          <p:cNvSpPr txBox="1"/>
          <p:nvPr/>
        </p:nvSpPr>
        <p:spPr>
          <a:xfrm>
            <a:off x="223058" y="678517"/>
            <a:ext cx="1055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>
                <a:solidFill>
                  <a:srgbClr val="666666"/>
                </a:solidFill>
                <a:effectLst/>
                <a:latin typeface="Helvetica" panose="020B0604020202020204" pitchFamily="34" charset="0"/>
              </a:rPr>
              <a:t>Both architectures follow a similar pattern but serve different computational paradigms</a:t>
            </a:r>
            <a:endParaRPr lang="en-NZ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43B43C-DB68-9880-CE48-D00981E8F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55" y="1047849"/>
            <a:ext cx="11688400" cy="561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60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117511-AB89-01BF-3EC6-0D11300B7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60" y="736508"/>
            <a:ext cx="3756274" cy="1466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620D76-E430-C9F9-07C4-E9A5BF3CF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534" y="827544"/>
            <a:ext cx="3535029" cy="1375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1C2479-72AF-C75B-00C3-F9D351180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912" y="914400"/>
            <a:ext cx="4458828" cy="2386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0462EF-CF1E-5365-F9B4-B41FB034E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769" y="2294179"/>
            <a:ext cx="4639231" cy="410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84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65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Helvetica</vt:lpstr>
      <vt:lpstr>Office Theme</vt:lpstr>
      <vt:lpstr>PowerPoint Presentation</vt:lpstr>
      <vt:lpstr>We should integrate our Microservices vs Agent-Based Perspectives</vt:lpstr>
      <vt:lpstr>We should integrate our Microservices vs Agent-Based Perspectives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Dermot O'Brien</dc:creator>
  <cp:lastModifiedBy>Dermot O'Brien</cp:lastModifiedBy>
  <cp:revision>3</cp:revision>
  <dcterms:created xsi:type="dcterms:W3CDTF">2025-09-09T18:03:47Z</dcterms:created>
  <dcterms:modified xsi:type="dcterms:W3CDTF">2025-09-11T00:56:46Z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7d1e36-6fc3-4f53-9115-a90510e29109_Enabled">
    <vt:lpwstr>true</vt:lpwstr>
  </property>
  <property fmtid="{D5CDD505-2E9C-101B-9397-08002B2CF9AE}" pid="3" name="MSIP_Label_387d1e36-6fc3-4f53-9115-a90510e29109_SetDate">
    <vt:lpwstr>2025-09-09T19:13:01Z</vt:lpwstr>
  </property>
  <property fmtid="{D5CDD505-2E9C-101B-9397-08002B2CF9AE}" pid="4" name="MSIP_Label_387d1e36-6fc3-4f53-9115-a90510e29109_Method">
    <vt:lpwstr>Privileged</vt:lpwstr>
  </property>
  <property fmtid="{D5CDD505-2E9C-101B-9397-08002B2CF9AE}" pid="5" name="MSIP_Label_387d1e36-6fc3-4f53-9115-a90510e29109_Name">
    <vt:lpwstr>387d1e36-6fc3-4f53-9115-a90510e29109</vt:lpwstr>
  </property>
  <property fmtid="{D5CDD505-2E9C-101B-9397-08002B2CF9AE}" pid="6" name="MSIP_Label_387d1e36-6fc3-4f53-9115-a90510e29109_SiteId">
    <vt:lpwstr>2dc32a81-25ce-4e14-b7bd-f7a45d1170c0</vt:lpwstr>
  </property>
  <property fmtid="{D5CDD505-2E9C-101B-9397-08002B2CF9AE}" pid="7" name="MSIP_Label_387d1e36-6fc3-4f53-9115-a90510e29109_ActionId">
    <vt:lpwstr>40e0dd00-5a74-4036-9ec2-be5e060701e5</vt:lpwstr>
  </property>
  <property fmtid="{D5CDD505-2E9C-101B-9397-08002B2CF9AE}" pid="8" name="MSIP_Label_387d1e36-6fc3-4f53-9115-a90510e29109_ContentBits">
    <vt:lpwstr>3</vt:lpwstr>
  </property>
  <property fmtid="{D5CDD505-2E9C-101B-9397-08002B2CF9AE}" pid="9" name="MSIP_Label_387d1e36-6fc3-4f53-9115-a90510e29109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PRIVATE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PRIVATE</vt:lpwstr>
  </property>
</Properties>
</file>