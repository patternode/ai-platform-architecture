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C6EB"/>
    <a:srgbClr val="7D2172"/>
    <a:srgbClr val="103C74"/>
    <a:srgbClr val="002F6B"/>
    <a:srgbClr val="005E92"/>
    <a:srgbClr val="C2DFE4"/>
    <a:srgbClr val="6AA256"/>
    <a:srgbClr val="5D9B7B"/>
    <a:srgbClr val="ACBEAA"/>
    <a:srgbClr val="F0D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6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086A0-592E-F89E-0852-A74EB5234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9C47A-E591-F12E-9714-18CED3156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ECF4D-B9BD-B8E0-F1BE-2D728322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00DCF-07F9-A668-1136-6F5E76E3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9F026-6170-664E-757B-61EF2EAC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4922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AECB-FBDA-B529-20F2-D5CEEE5F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D45C1-1033-E53D-ADB7-47DB4D67D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FD61A-83FE-B73E-696C-9D5B90A3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B6D02-EBB5-B3A2-FB1D-63E554F5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FD96-C34C-C7AA-AC08-A5B9BC4D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5576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64FD-318C-B2EA-7886-6A818DC7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9BF14-C6BE-D939-0578-CD0BF9AC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C05ED-54B2-4FB1-8ED2-498C8705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1D9D-9A19-0742-6D5E-F2082302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69438-CFBA-729F-8404-EF6C18CC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2590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B9F4-B240-2A43-15E4-50043EE5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CB53A-4C48-CE02-60F2-AD18E32C8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8F85-C779-2972-62A1-75046D99D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F978F-6E44-B60B-D1BF-CD62C187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A35E4-2850-F928-AA35-664B673A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EEB57-E8F5-88A9-071C-22269F3C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7737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8719-1392-24FD-EFE0-B027DE8F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592F2-E56B-71B2-DFD7-B0A8E9192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FFE5E-25E6-5334-633E-11C16890D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DAD7E-5DCF-7933-DAB2-D759CA8DF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9C359-A137-8592-D9DC-5D62B157F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93D42-3A75-4AC0-20D6-9C8FF5A3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DDC6D7-21A0-5C97-3048-BD9E73C0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515DA-3FCA-9DAC-B9BC-2C6A98AE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4618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6FEC-E3A8-BF1A-F114-14B04531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FC681-9A1E-02DB-2D98-3364F6AC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A2B72-7A85-2FEB-CF87-34717383A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97904-022B-7C09-9EC6-7FD67F97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88847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BCD4A-4ED0-0D4C-8CB2-92C15ECDA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2DABC-FEEE-9B1C-DF10-B45C155C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BC12F-7E49-022B-237B-4EC085E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5738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4B2B-A2CC-3C98-BB9C-6246C0B7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C71D-BA0E-398F-C8E3-B8EFA6E7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CB0F1-1A10-C827-125A-2D3D0A785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05704-5013-43AE-5D4A-9365BCE18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A8811-0CDB-8DFC-24B7-E9B7A479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9B971-8564-0594-4EC4-419608B8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4163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AE8B-9E5A-A73A-022C-4E8DC072F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CEE2E-96C6-9738-37BE-107D4EEAE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650E6-3514-E3CD-89CE-AD7D6F6D8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28C9-7A19-2750-DB2F-189B358A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BB1B9-3329-2311-C51A-B38FBF82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42C87-C85F-26E1-424B-090DBCCF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6597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F7BC-B8E9-B33B-A615-DDB8E368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408EC-A161-A570-6D66-26F4F105C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32B22-8442-A13D-FE6A-E03633ED6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48D9B-16B9-90A2-289F-41C6EC8D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EBEFA-EEF4-9964-3DF7-498E48D6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1130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B83C8-66E8-EF1A-C58A-67A6D8D11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9A5D2-D759-F36F-5E38-E9AC371D5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45514-1CD3-3A5A-B6A9-96C007DF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B7876-A9C9-954C-43D7-EC5C1005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1520B-9080-09B7-D893-BEBD470B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9041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B3A98A-B67F-5A29-CBA3-842155D68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2165F-F825-B1F8-3763-9DE977A2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D5D28-E7AD-0059-E948-701D42D51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FA604-5461-4BE9-BDB5-061129475E5F}" type="datetimeFigureOut">
              <a:rPr lang="en-NZ" smtClean="0"/>
              <a:t>11/10/2025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FA82-AF19-C402-F289-26BBBE43A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6DEC3-E3CF-4196-BCB5-61474EE53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53B0B-98F0-4A47-B916-D9F7CF2FD56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4623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89285A-1AC5-D84B-3E50-6595653A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88" y="615876"/>
            <a:ext cx="5615849" cy="562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8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C5C719-64A8-0AD9-24D1-70FF8B5B1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96" y="-5556269"/>
            <a:ext cx="12192000" cy="53207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B518DA-DF1E-1F18-08DC-B61B2C550936}"/>
              </a:ext>
            </a:extLst>
          </p:cNvPr>
          <p:cNvSpPr>
            <a:spLocks noChangeAspect="1"/>
          </p:cNvSpPr>
          <p:nvPr/>
        </p:nvSpPr>
        <p:spPr>
          <a:xfrm>
            <a:off x="4854653" y="2914986"/>
            <a:ext cx="3500636" cy="3409614"/>
          </a:xfrm>
          <a:prstGeom prst="rect">
            <a:avLst/>
          </a:prstGeom>
          <a:solidFill>
            <a:srgbClr val="ACBEAA">
              <a:alpha val="49804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055E52-F2C2-EE4B-AE07-870068364073}"/>
              </a:ext>
            </a:extLst>
          </p:cNvPr>
          <p:cNvSpPr>
            <a:spLocks noChangeAspect="1"/>
          </p:cNvSpPr>
          <p:nvPr/>
        </p:nvSpPr>
        <p:spPr>
          <a:xfrm>
            <a:off x="4854653" y="2342292"/>
            <a:ext cx="3500636" cy="3409614"/>
          </a:xfrm>
          <a:prstGeom prst="rect">
            <a:avLst/>
          </a:prstGeom>
          <a:solidFill>
            <a:srgbClr val="DEDEDE">
              <a:alpha val="50000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9FD159-3267-118A-F1C1-97AD01522676}"/>
              </a:ext>
            </a:extLst>
          </p:cNvPr>
          <p:cNvSpPr>
            <a:spLocks noChangeAspect="1"/>
          </p:cNvSpPr>
          <p:nvPr/>
        </p:nvSpPr>
        <p:spPr>
          <a:xfrm>
            <a:off x="4854653" y="1769598"/>
            <a:ext cx="3500636" cy="3409614"/>
          </a:xfrm>
          <a:prstGeom prst="rect">
            <a:avLst/>
          </a:prstGeom>
          <a:solidFill>
            <a:srgbClr val="F0DD8C">
              <a:alpha val="49804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6E3979-77C2-27DE-6A9A-55BA7E7E7AE1}"/>
              </a:ext>
            </a:extLst>
          </p:cNvPr>
          <p:cNvSpPr>
            <a:spLocks noChangeAspect="1"/>
          </p:cNvSpPr>
          <p:nvPr/>
        </p:nvSpPr>
        <p:spPr>
          <a:xfrm>
            <a:off x="4854653" y="1101540"/>
            <a:ext cx="3500636" cy="3409614"/>
          </a:xfrm>
          <a:prstGeom prst="rect">
            <a:avLst/>
          </a:prstGeom>
          <a:solidFill>
            <a:srgbClr val="DAAAC5">
              <a:alpha val="49804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863752-D8A4-BC7F-9A4C-E74A85711217}"/>
              </a:ext>
            </a:extLst>
          </p:cNvPr>
          <p:cNvSpPr>
            <a:spLocks noChangeAspect="1"/>
          </p:cNvSpPr>
          <p:nvPr/>
        </p:nvSpPr>
        <p:spPr>
          <a:xfrm>
            <a:off x="4854653" y="528846"/>
            <a:ext cx="3500636" cy="3409614"/>
          </a:xfrm>
          <a:prstGeom prst="rect">
            <a:avLst/>
          </a:prstGeom>
          <a:solidFill>
            <a:srgbClr val="99B7CF">
              <a:alpha val="49804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56227-BB10-DF30-30E8-B92F0FD41243}"/>
              </a:ext>
            </a:extLst>
          </p:cNvPr>
          <p:cNvSpPr txBox="1"/>
          <p:nvPr/>
        </p:nvSpPr>
        <p:spPr>
          <a:xfrm>
            <a:off x="6844652" y="3238975"/>
            <a:ext cx="461665" cy="2743501"/>
          </a:xfrm>
          <a:prstGeom prst="rect">
            <a:avLst/>
          </a:prstGeom>
          <a:solidFill>
            <a:srgbClr val="F0C6EB"/>
          </a:solidFill>
          <a:scene3d>
            <a:camera prst="isometricRightUp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/>
              <a:t>Integration Services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68AAB-F3B9-5CAE-D889-857DE765E0A2}"/>
              </a:ext>
            </a:extLst>
          </p:cNvPr>
          <p:cNvSpPr txBox="1"/>
          <p:nvPr/>
        </p:nvSpPr>
        <p:spPr>
          <a:xfrm>
            <a:off x="7347873" y="2952629"/>
            <a:ext cx="461665" cy="2743501"/>
          </a:xfrm>
          <a:prstGeom prst="rect">
            <a:avLst/>
          </a:prstGeom>
          <a:solidFill>
            <a:srgbClr val="F0C6EB"/>
          </a:solidFill>
          <a:scene3d>
            <a:camera prst="isometricRightUp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/>
              <a:t>Data Services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63363-C462-6D89-2520-3987D90A2CE1}"/>
              </a:ext>
            </a:extLst>
          </p:cNvPr>
          <p:cNvSpPr txBox="1"/>
          <p:nvPr/>
        </p:nvSpPr>
        <p:spPr>
          <a:xfrm>
            <a:off x="7796813" y="2694169"/>
            <a:ext cx="461665" cy="2743501"/>
          </a:xfrm>
          <a:prstGeom prst="rect">
            <a:avLst/>
          </a:prstGeom>
          <a:solidFill>
            <a:srgbClr val="F0C6EB"/>
          </a:solidFill>
          <a:scene3d>
            <a:camera prst="isometricRightUp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/>
              <a:t>Security 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B5D9A9-66B2-F6CB-8D4D-2D9BD171C11E}"/>
              </a:ext>
            </a:extLst>
          </p:cNvPr>
          <p:cNvSpPr txBox="1"/>
          <p:nvPr/>
        </p:nvSpPr>
        <p:spPr>
          <a:xfrm>
            <a:off x="8236986" y="2440396"/>
            <a:ext cx="461665" cy="2743501"/>
          </a:xfrm>
          <a:prstGeom prst="rect">
            <a:avLst/>
          </a:prstGeom>
          <a:solidFill>
            <a:srgbClr val="F0C6EB"/>
          </a:solidFill>
          <a:scene3d>
            <a:camera prst="isometricRightUp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/>
              <a:t>Infrastructure Services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638FB6-EF14-ED61-7BC1-EEF1A599F746}"/>
              </a:ext>
            </a:extLst>
          </p:cNvPr>
          <p:cNvSpPr txBox="1"/>
          <p:nvPr/>
        </p:nvSpPr>
        <p:spPr>
          <a:xfrm>
            <a:off x="8677159" y="2186622"/>
            <a:ext cx="461665" cy="2743501"/>
          </a:xfrm>
          <a:prstGeom prst="rect">
            <a:avLst/>
          </a:prstGeom>
          <a:solidFill>
            <a:srgbClr val="F0C6EB"/>
          </a:solidFill>
          <a:scene3d>
            <a:camera prst="isometricRightUp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/>
              <a:t>Engineering Services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0438E4-1120-CF30-29BB-DBC91E7F023E}"/>
              </a:ext>
            </a:extLst>
          </p:cNvPr>
          <p:cNvSpPr txBox="1"/>
          <p:nvPr/>
        </p:nvSpPr>
        <p:spPr>
          <a:xfrm>
            <a:off x="3870878" y="2069429"/>
            <a:ext cx="1480309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677F91"/>
                </a:solidFill>
              </a:rPr>
              <a:t>Experience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0EEB28-EA28-79EF-35A8-8CFD4912C9DC}"/>
              </a:ext>
            </a:extLst>
          </p:cNvPr>
          <p:cNvSpPr txBox="1"/>
          <p:nvPr/>
        </p:nvSpPr>
        <p:spPr>
          <a:xfrm>
            <a:off x="3876177" y="2747800"/>
            <a:ext cx="1619185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953771"/>
                </a:solidFill>
              </a:rPr>
              <a:t>Engagement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A95AC7-67EB-A96E-D656-8D82FFBC25DF}"/>
              </a:ext>
            </a:extLst>
          </p:cNvPr>
          <p:cNvSpPr txBox="1"/>
          <p:nvPr/>
        </p:nvSpPr>
        <p:spPr>
          <a:xfrm>
            <a:off x="3881931" y="3378710"/>
            <a:ext cx="1465702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AC8B36"/>
                </a:solidFill>
              </a:rPr>
              <a:t>Knowledge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A21AC-0EB2-774B-C103-93572401AA2D}"/>
              </a:ext>
            </a:extLst>
          </p:cNvPr>
          <p:cNvSpPr txBox="1"/>
          <p:nvPr/>
        </p:nvSpPr>
        <p:spPr>
          <a:xfrm>
            <a:off x="3839201" y="4022053"/>
            <a:ext cx="1790560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5B5B5B"/>
                </a:solidFill>
              </a:rPr>
              <a:t>Core 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2AECE9-E56E-EFE5-A19E-95A72BE4A5E0}"/>
              </a:ext>
            </a:extLst>
          </p:cNvPr>
          <p:cNvSpPr txBox="1"/>
          <p:nvPr/>
        </p:nvSpPr>
        <p:spPr>
          <a:xfrm>
            <a:off x="3820176" y="4760287"/>
            <a:ext cx="2356194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084638"/>
                </a:solidFill>
              </a:rPr>
              <a:t>Enterprise Support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1C3F5B-94C6-CD20-8AFB-EFE67EF9C3A2}"/>
              </a:ext>
            </a:extLst>
          </p:cNvPr>
          <p:cNvSpPr/>
          <p:nvPr/>
        </p:nvSpPr>
        <p:spPr>
          <a:xfrm>
            <a:off x="3356741" y="5381402"/>
            <a:ext cx="3500636" cy="43131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scene3d>
            <a:camera prst="isometricBottomDown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>
                <a:solidFill>
                  <a:schemeClr val="bg1">
                    <a:lumMod val="50000"/>
                  </a:schemeClr>
                </a:solidFill>
              </a:rPr>
              <a:t>GOVERNANCE, RISK &amp; COMPLIANCE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499E791-84A8-6FAB-A0B5-5C1C6B9EC20C}"/>
              </a:ext>
            </a:extLst>
          </p:cNvPr>
          <p:cNvSpPr/>
          <p:nvPr/>
        </p:nvSpPr>
        <p:spPr>
          <a:xfrm>
            <a:off x="6605918" y="5738706"/>
            <a:ext cx="1565473" cy="58528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>
                <a:solidFill>
                  <a:schemeClr val="bg1">
                    <a:lumMod val="50000"/>
                  </a:schemeClr>
                </a:solidFill>
              </a:rPr>
              <a:t>SDLC &amp; DEVOPS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17A52A9-D588-2EB0-6F30-6250E0E7346F}"/>
              </a:ext>
            </a:extLst>
          </p:cNvPr>
          <p:cNvSpPr/>
          <p:nvPr/>
        </p:nvSpPr>
        <p:spPr>
          <a:xfrm>
            <a:off x="7736260" y="4991431"/>
            <a:ext cx="1934633" cy="55853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>
                <a:solidFill>
                  <a:schemeClr val="bg1">
                    <a:lumMod val="50000"/>
                  </a:schemeClr>
                </a:solidFill>
              </a:rPr>
              <a:t>PERFORMANCE MGMT. &amp; METRICS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DDEABE-CD3B-9B2E-6560-A01E086D0550}"/>
              </a:ext>
            </a:extLst>
          </p:cNvPr>
          <p:cNvSpPr txBox="1"/>
          <p:nvPr/>
        </p:nvSpPr>
        <p:spPr>
          <a:xfrm>
            <a:off x="6042777" y="3309389"/>
            <a:ext cx="461665" cy="2743501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LeftDown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Agentic AI Services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520A565-CA7B-4D87-6216-9A8B16DC4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043" y="-13201"/>
            <a:ext cx="3556339" cy="3562900"/>
          </a:xfrm>
          <a:prstGeom prst="rect">
            <a:avLst/>
          </a:prstGeom>
          <a:scene3d>
            <a:camera prst="isometricTopUp"/>
            <a:lightRig rig="threePt" dir="t"/>
          </a:scene3d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C279FF4-7F11-7392-C0BA-9585CAC112E2}"/>
              </a:ext>
            </a:extLst>
          </p:cNvPr>
          <p:cNvSpPr txBox="1"/>
          <p:nvPr/>
        </p:nvSpPr>
        <p:spPr>
          <a:xfrm>
            <a:off x="5627014" y="2986170"/>
            <a:ext cx="461665" cy="2834058"/>
          </a:xfrm>
          <a:prstGeom prst="rect">
            <a:avLst/>
          </a:prstGeom>
          <a:solidFill>
            <a:srgbClr val="005E92"/>
          </a:solidFill>
          <a:ln>
            <a:solidFill>
              <a:srgbClr val="005E92"/>
            </a:solidFill>
          </a:ln>
          <a:scene3d>
            <a:camera prst="isometricLeftDown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Domain Aligned Platforms</a:t>
            </a:r>
          </a:p>
        </p:txBody>
      </p:sp>
    </p:spTree>
    <p:extLst>
      <p:ext uri="{BB962C8B-B14F-4D97-AF65-F5344CB8AC3E}">
        <p14:creationId xmlns:p14="http://schemas.microsoft.com/office/powerpoint/2010/main" val="193016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1AF177-3A05-4ED3-C632-16F02019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461" y="1299224"/>
            <a:ext cx="1462410" cy="1449234"/>
          </a:xfrm>
          <a:prstGeom prst="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  <a:scene3d>
            <a:camera prst="isometricTopUp"/>
            <a:lightRig rig="sunrise" dir="t"/>
          </a:scene3d>
          <a:sp3d extrusionH="3810000"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0520E2-F6F9-EFA5-93BD-ED38B94148C1}"/>
              </a:ext>
            </a:extLst>
          </p:cNvPr>
          <p:cNvSpPr>
            <a:spLocks noChangeAspect="1"/>
          </p:cNvSpPr>
          <p:nvPr/>
        </p:nvSpPr>
        <p:spPr>
          <a:xfrm>
            <a:off x="4854653" y="2914986"/>
            <a:ext cx="3500636" cy="3409614"/>
          </a:xfrm>
          <a:prstGeom prst="rect">
            <a:avLst/>
          </a:prstGeom>
          <a:solidFill>
            <a:srgbClr val="ACBEAA">
              <a:alpha val="49804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F06F6-1CE3-BE53-560C-AEC83FC7F471}"/>
              </a:ext>
            </a:extLst>
          </p:cNvPr>
          <p:cNvSpPr>
            <a:spLocks noChangeAspect="1"/>
          </p:cNvSpPr>
          <p:nvPr/>
        </p:nvSpPr>
        <p:spPr>
          <a:xfrm>
            <a:off x="4854653" y="2342292"/>
            <a:ext cx="3500636" cy="3409614"/>
          </a:xfrm>
          <a:prstGeom prst="rect">
            <a:avLst/>
          </a:prstGeom>
          <a:solidFill>
            <a:srgbClr val="DEDEDE">
              <a:alpha val="50000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C3AD64-627C-E18E-6183-BCEC76C29A57}"/>
              </a:ext>
            </a:extLst>
          </p:cNvPr>
          <p:cNvSpPr>
            <a:spLocks noChangeAspect="1"/>
          </p:cNvSpPr>
          <p:nvPr/>
        </p:nvSpPr>
        <p:spPr>
          <a:xfrm>
            <a:off x="4854653" y="1769598"/>
            <a:ext cx="3500636" cy="3409614"/>
          </a:xfrm>
          <a:prstGeom prst="rect">
            <a:avLst/>
          </a:prstGeom>
          <a:solidFill>
            <a:srgbClr val="F0DD8C">
              <a:alpha val="49804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979D36-68E9-38DE-9883-6D05BB0517C0}"/>
              </a:ext>
            </a:extLst>
          </p:cNvPr>
          <p:cNvSpPr>
            <a:spLocks noChangeAspect="1"/>
          </p:cNvSpPr>
          <p:nvPr/>
        </p:nvSpPr>
        <p:spPr>
          <a:xfrm>
            <a:off x="4854653" y="1101540"/>
            <a:ext cx="3500636" cy="3409614"/>
          </a:xfrm>
          <a:prstGeom prst="rect">
            <a:avLst/>
          </a:prstGeom>
          <a:solidFill>
            <a:srgbClr val="DAAAC5">
              <a:alpha val="49804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74D3F-71B8-458B-971C-D14FA2AE94B1}"/>
              </a:ext>
            </a:extLst>
          </p:cNvPr>
          <p:cNvSpPr>
            <a:spLocks noChangeAspect="1"/>
          </p:cNvSpPr>
          <p:nvPr/>
        </p:nvSpPr>
        <p:spPr>
          <a:xfrm>
            <a:off x="4854653" y="528846"/>
            <a:ext cx="3500636" cy="3409614"/>
          </a:xfrm>
          <a:prstGeom prst="rect">
            <a:avLst/>
          </a:prstGeom>
          <a:solidFill>
            <a:srgbClr val="C2DFE4">
              <a:alpha val="63000"/>
            </a:srgbClr>
          </a:solidFill>
          <a:ln>
            <a:noFill/>
          </a:ln>
          <a:scene3d>
            <a:camera prst="isometricTopUp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ED649-9EE7-3806-B2C5-A71510BE8BD9}"/>
              </a:ext>
            </a:extLst>
          </p:cNvPr>
          <p:cNvSpPr txBox="1"/>
          <p:nvPr/>
        </p:nvSpPr>
        <p:spPr>
          <a:xfrm>
            <a:off x="3870878" y="2069429"/>
            <a:ext cx="1480309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677F91"/>
                </a:solidFill>
              </a:rPr>
              <a:t>Experience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2EBAB1-F9A4-8FA3-1056-F377E723C016}"/>
              </a:ext>
            </a:extLst>
          </p:cNvPr>
          <p:cNvSpPr txBox="1"/>
          <p:nvPr/>
        </p:nvSpPr>
        <p:spPr>
          <a:xfrm>
            <a:off x="3876177" y="2747800"/>
            <a:ext cx="1619185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953771"/>
                </a:solidFill>
              </a:rPr>
              <a:t>Engagement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490DE6-EBCB-5121-FF16-B364E5F17682}"/>
              </a:ext>
            </a:extLst>
          </p:cNvPr>
          <p:cNvSpPr txBox="1"/>
          <p:nvPr/>
        </p:nvSpPr>
        <p:spPr>
          <a:xfrm>
            <a:off x="3881931" y="3378710"/>
            <a:ext cx="1465702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AC8B36"/>
                </a:solidFill>
              </a:rPr>
              <a:t>Knowledge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EDF52F-975C-8CFA-EB09-4A2B9B0BF37B}"/>
              </a:ext>
            </a:extLst>
          </p:cNvPr>
          <p:cNvSpPr txBox="1"/>
          <p:nvPr/>
        </p:nvSpPr>
        <p:spPr>
          <a:xfrm>
            <a:off x="3839201" y="4022053"/>
            <a:ext cx="1790560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5B5B5B"/>
                </a:solidFill>
              </a:rPr>
              <a:t>Core Services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236E52-B250-9C81-FDB4-FB968AE4B389}"/>
              </a:ext>
            </a:extLst>
          </p:cNvPr>
          <p:cNvSpPr txBox="1"/>
          <p:nvPr/>
        </p:nvSpPr>
        <p:spPr>
          <a:xfrm>
            <a:off x="3820176" y="4760287"/>
            <a:ext cx="2356194" cy="405508"/>
          </a:xfrm>
          <a:prstGeom prst="rect">
            <a:avLst/>
          </a:prstGeom>
          <a:noFill/>
          <a:scene3d>
            <a:camera prst="isometricLeftDown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NZ" b="1" dirty="0">
                <a:solidFill>
                  <a:srgbClr val="084638"/>
                </a:solidFill>
              </a:rPr>
              <a:t>Enterprise Support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44C99B-361A-3931-B1D8-B4466592616E}"/>
              </a:ext>
            </a:extLst>
          </p:cNvPr>
          <p:cNvSpPr txBox="1"/>
          <p:nvPr/>
        </p:nvSpPr>
        <p:spPr>
          <a:xfrm>
            <a:off x="6042777" y="3218831"/>
            <a:ext cx="461665" cy="2834059"/>
          </a:xfrm>
          <a:prstGeom prst="rect">
            <a:avLst/>
          </a:prstGeom>
          <a:solidFill>
            <a:schemeClr val="accent5">
              <a:lumMod val="75000"/>
            </a:schemeClr>
          </a:solidFill>
          <a:scene3d>
            <a:camera prst="isometricLeftDown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Agentic AI Services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A64351-34D2-5D24-FDE9-19C218373DAA}"/>
              </a:ext>
            </a:extLst>
          </p:cNvPr>
          <p:cNvSpPr txBox="1"/>
          <p:nvPr/>
        </p:nvSpPr>
        <p:spPr>
          <a:xfrm>
            <a:off x="5627014" y="2986170"/>
            <a:ext cx="461665" cy="2834058"/>
          </a:xfrm>
          <a:prstGeom prst="rect">
            <a:avLst/>
          </a:prstGeom>
          <a:solidFill>
            <a:srgbClr val="005E92"/>
          </a:solidFill>
          <a:ln>
            <a:solidFill>
              <a:srgbClr val="005E92"/>
            </a:solidFill>
          </a:ln>
          <a:scene3d>
            <a:camera prst="isometricLeftDown"/>
            <a:lightRig rig="threePt" dir="t"/>
          </a:scene3d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Domain Aligned Platforms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23FC4A2-B68D-9C7B-7AD8-2028520D6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430" y="1066561"/>
            <a:ext cx="1462410" cy="1449234"/>
          </a:xfrm>
          <a:prstGeom prst="rect">
            <a:avLst/>
          </a:prstGeom>
          <a:solidFill>
            <a:srgbClr val="6AA256"/>
          </a:solidFill>
          <a:scene3d>
            <a:camera prst="isometricTopUp"/>
            <a:lightRig rig="sunrise" dir="t"/>
          </a:scene3d>
          <a:sp3d extrusionH="508000"/>
        </p:spPr>
      </p:pic>
    </p:spTree>
    <p:extLst>
      <p:ext uri="{BB962C8B-B14F-4D97-AF65-F5344CB8AC3E}">
        <p14:creationId xmlns:p14="http://schemas.microsoft.com/office/powerpoint/2010/main" val="28797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27A8B1A-DAB7-9C99-D8E7-5815434B2BD7}"/>
              </a:ext>
            </a:extLst>
          </p:cNvPr>
          <p:cNvSpPr txBox="1"/>
          <p:nvPr/>
        </p:nvSpPr>
        <p:spPr>
          <a:xfrm rot="16200000">
            <a:off x="1065879" y="1699622"/>
            <a:ext cx="1051843" cy="1457343"/>
          </a:xfrm>
          <a:prstGeom prst="rect">
            <a:avLst/>
          </a:prstGeom>
          <a:solidFill>
            <a:srgbClr val="002F6B"/>
          </a:solidFill>
        </p:spPr>
        <p:txBody>
          <a:bodyPr vert="vert" wrap="square" rtlCol="0" anchor="ctr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Enterprise Data &amp;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83EE6-0CCC-082F-9CD7-0C3EC693DD58}"/>
              </a:ext>
            </a:extLst>
          </p:cNvPr>
          <p:cNvSpPr txBox="1"/>
          <p:nvPr/>
        </p:nvSpPr>
        <p:spPr>
          <a:xfrm rot="16200000">
            <a:off x="3247704" y="3601972"/>
            <a:ext cx="1270683" cy="2743501"/>
          </a:xfrm>
          <a:prstGeom prst="rect">
            <a:avLst/>
          </a:prstGeom>
          <a:solidFill>
            <a:schemeClr val="tx1"/>
          </a:solidFill>
        </p:spPr>
        <p:txBody>
          <a:bodyPr vert="vert" wrap="square" rtlCol="0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Enterprise Interfaces API, Events &amp; 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1A9A9-A947-D730-BE61-06CDA905A717}"/>
              </a:ext>
            </a:extLst>
          </p:cNvPr>
          <p:cNvSpPr txBox="1"/>
          <p:nvPr/>
        </p:nvSpPr>
        <p:spPr>
          <a:xfrm rot="16200000">
            <a:off x="3652212" y="4217612"/>
            <a:ext cx="461665" cy="21135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Integration Services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A1BC72-3DD9-BD9A-2962-493A39A9C420}"/>
              </a:ext>
            </a:extLst>
          </p:cNvPr>
          <p:cNvSpPr txBox="1"/>
          <p:nvPr/>
        </p:nvSpPr>
        <p:spPr>
          <a:xfrm rot="16200000">
            <a:off x="5328045" y="1207378"/>
            <a:ext cx="1024750" cy="24335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vert" wrap="square" rtlCol="0">
            <a:no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AI Platform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79DC0-EDA5-7A38-E7E5-6CD08127A644}"/>
              </a:ext>
            </a:extLst>
          </p:cNvPr>
          <p:cNvSpPr txBox="1"/>
          <p:nvPr/>
        </p:nvSpPr>
        <p:spPr>
          <a:xfrm rot="16200000">
            <a:off x="5600161" y="1514677"/>
            <a:ext cx="461665" cy="21233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Agentic AI 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F49DB-8B36-D1DC-A5DF-DFDD35CE4288}"/>
              </a:ext>
            </a:extLst>
          </p:cNvPr>
          <p:cNvSpPr txBox="1"/>
          <p:nvPr/>
        </p:nvSpPr>
        <p:spPr>
          <a:xfrm rot="16200000">
            <a:off x="3000695" y="1418692"/>
            <a:ext cx="1024750" cy="2010937"/>
          </a:xfrm>
          <a:prstGeom prst="rect">
            <a:avLst/>
          </a:prstGeom>
          <a:solidFill>
            <a:srgbClr val="002F6B"/>
          </a:solidFill>
          <a:ln>
            <a:solidFill>
              <a:schemeClr val="bg1"/>
            </a:solidFill>
          </a:ln>
        </p:spPr>
        <p:txBody>
          <a:bodyPr vert="vert" wrap="square" rtlCol="0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Data &amp;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70C10-A16D-7548-1DBF-603BB06E4D76}"/>
              </a:ext>
            </a:extLst>
          </p:cNvPr>
          <p:cNvSpPr txBox="1"/>
          <p:nvPr/>
        </p:nvSpPr>
        <p:spPr>
          <a:xfrm rot="16200000">
            <a:off x="3282237" y="1787776"/>
            <a:ext cx="461665" cy="1518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Data Services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0AA91-3E17-CAE4-40E6-A36C335E2396}"/>
              </a:ext>
            </a:extLst>
          </p:cNvPr>
          <p:cNvSpPr txBox="1"/>
          <p:nvPr/>
        </p:nvSpPr>
        <p:spPr>
          <a:xfrm rot="16200000">
            <a:off x="5903355" y="3756938"/>
            <a:ext cx="1270683" cy="2433564"/>
          </a:xfrm>
          <a:prstGeom prst="rect">
            <a:avLst/>
          </a:prstGeom>
          <a:solidFill>
            <a:schemeClr val="tx1"/>
          </a:solidFill>
        </p:spPr>
        <p:txBody>
          <a:bodyPr vert="vert" wrap="square" rtlCol="0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Engineering &amp; Automation Software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18512-2E00-B49A-B554-0A781213603C}"/>
              </a:ext>
            </a:extLst>
          </p:cNvPr>
          <p:cNvSpPr txBox="1"/>
          <p:nvPr/>
        </p:nvSpPr>
        <p:spPr>
          <a:xfrm rot="16200000">
            <a:off x="6334425" y="4189917"/>
            <a:ext cx="461665" cy="21689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Engineering Services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8CED97-0118-A2C9-958E-87B65DEBDAD6}"/>
              </a:ext>
            </a:extLst>
          </p:cNvPr>
          <p:cNvSpPr txBox="1"/>
          <p:nvPr/>
        </p:nvSpPr>
        <p:spPr>
          <a:xfrm rot="16200000">
            <a:off x="3052097" y="2478885"/>
            <a:ext cx="1270683" cy="2359673"/>
          </a:xfrm>
          <a:prstGeom prst="rect">
            <a:avLst/>
          </a:prstGeom>
          <a:solidFill>
            <a:schemeClr val="tx1"/>
          </a:solidFill>
        </p:spPr>
        <p:txBody>
          <a:bodyPr vert="vert" wrap="square" rtlCol="0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Data &amp; Information Protection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EF059A-F55C-33D7-60C7-B8FBAE81CF88}"/>
              </a:ext>
            </a:extLst>
          </p:cNvPr>
          <p:cNvSpPr txBox="1"/>
          <p:nvPr/>
        </p:nvSpPr>
        <p:spPr>
          <a:xfrm rot="16200000">
            <a:off x="8560214" y="3586765"/>
            <a:ext cx="1270683" cy="2773908"/>
          </a:xfrm>
          <a:prstGeom prst="rect">
            <a:avLst/>
          </a:prstGeom>
          <a:solidFill>
            <a:schemeClr val="tx1"/>
          </a:solidFill>
        </p:spPr>
        <p:txBody>
          <a:bodyPr vert="vert" wrap="square" rtlCol="0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Infrastructure Foundations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2DA02-45CD-68FE-4F60-BABE349E9E37}"/>
              </a:ext>
            </a:extLst>
          </p:cNvPr>
          <p:cNvSpPr txBox="1"/>
          <p:nvPr/>
        </p:nvSpPr>
        <p:spPr>
          <a:xfrm rot="16200000">
            <a:off x="8952465" y="4005441"/>
            <a:ext cx="461665" cy="253790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Infrastructure Services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21AA13-EF52-AC3B-CA0B-4D6891FFA9C0}"/>
              </a:ext>
            </a:extLst>
          </p:cNvPr>
          <p:cNvSpPr txBox="1"/>
          <p:nvPr/>
        </p:nvSpPr>
        <p:spPr>
          <a:xfrm rot="16200000">
            <a:off x="945697" y="4245047"/>
            <a:ext cx="1270684" cy="1457344"/>
          </a:xfrm>
          <a:prstGeom prst="rect">
            <a:avLst/>
          </a:prstGeom>
          <a:solidFill>
            <a:schemeClr val="tx1"/>
          </a:solidFill>
        </p:spPr>
        <p:txBody>
          <a:bodyPr vert="vert" wrap="square" rtlCol="0" anchor="ctr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Enabling Technologies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61626A-0522-2690-A7A4-FBFE6791B6A4}"/>
              </a:ext>
            </a:extLst>
          </p:cNvPr>
          <p:cNvSpPr txBox="1"/>
          <p:nvPr/>
        </p:nvSpPr>
        <p:spPr>
          <a:xfrm rot="16200000">
            <a:off x="951078" y="2936538"/>
            <a:ext cx="1270683" cy="1446584"/>
          </a:xfrm>
          <a:prstGeom prst="rect">
            <a:avLst/>
          </a:prstGeom>
          <a:solidFill>
            <a:schemeClr val="tx1"/>
          </a:solidFill>
        </p:spPr>
        <p:txBody>
          <a:bodyPr vert="vert" wrap="square" rtlCol="0" anchor="ctr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Enterprise Security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D6C85D-69D7-96C7-F85C-59AB417B7665}"/>
              </a:ext>
            </a:extLst>
          </p:cNvPr>
          <p:cNvSpPr txBox="1"/>
          <p:nvPr/>
        </p:nvSpPr>
        <p:spPr>
          <a:xfrm rot="16200000">
            <a:off x="8613085" y="2324635"/>
            <a:ext cx="1270683" cy="2668167"/>
          </a:xfrm>
          <a:prstGeom prst="rect">
            <a:avLst/>
          </a:prstGeom>
          <a:solidFill>
            <a:schemeClr val="tx1"/>
          </a:solidFill>
        </p:spPr>
        <p:txBody>
          <a:bodyPr vert="vert" wrap="square" rtlCol="0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Application &amp; Infrastructure Protection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C7BC30-B2F2-6E5F-8ADF-F0C4240D5E91}"/>
              </a:ext>
            </a:extLst>
          </p:cNvPr>
          <p:cNvSpPr txBox="1"/>
          <p:nvPr/>
        </p:nvSpPr>
        <p:spPr>
          <a:xfrm rot="16200000">
            <a:off x="5700479" y="2261219"/>
            <a:ext cx="1270683" cy="2839316"/>
          </a:xfrm>
          <a:prstGeom prst="rect">
            <a:avLst/>
          </a:prstGeom>
          <a:solidFill>
            <a:schemeClr val="tx1"/>
          </a:solidFill>
        </p:spPr>
        <p:txBody>
          <a:bodyPr vert="vert" wrap="square" rtlCol="0">
            <a:no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Cyber Threat Intelligence, Detection &amp; Response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C46CA-532D-8E9C-3DE6-D5491BA5A176}"/>
              </a:ext>
            </a:extLst>
          </p:cNvPr>
          <p:cNvSpPr txBox="1"/>
          <p:nvPr/>
        </p:nvSpPr>
        <p:spPr>
          <a:xfrm rot="16200000">
            <a:off x="6257409" y="142986"/>
            <a:ext cx="461665" cy="75817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vert" wrap="square" rtlCol="0">
            <a:spAutoFit/>
          </a:bodyPr>
          <a:lstStyle/>
          <a:p>
            <a:pPr algn="ctr"/>
            <a:r>
              <a:rPr lang="en-NZ" dirty="0">
                <a:solidFill>
                  <a:schemeClr val="bg1"/>
                </a:solidFill>
              </a:rPr>
              <a:t>Security Services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96EBB6-F6AD-C8DB-168B-0D60B66E2156}"/>
              </a:ext>
            </a:extLst>
          </p:cNvPr>
          <p:cNvCxnSpPr/>
          <p:nvPr/>
        </p:nvCxnSpPr>
        <p:spPr>
          <a:xfrm>
            <a:off x="2402501" y="1355838"/>
            <a:ext cx="0" cy="4267200"/>
          </a:xfrm>
          <a:prstGeom prst="line">
            <a:avLst/>
          </a:prstGeom>
          <a:ln w="38100">
            <a:solidFill>
              <a:srgbClr val="103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F4477CA-D782-9029-DC2B-BF0DEF65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91" y="6027546"/>
            <a:ext cx="11153775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19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103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Dermot O'Brien</dc:creator>
  <cp:lastModifiedBy>Dermot O'Brien</cp:lastModifiedBy>
  <cp:revision>5</cp:revision>
  <dcterms:created xsi:type="dcterms:W3CDTF">2025-10-10T20:16:51Z</dcterms:created>
  <dcterms:modified xsi:type="dcterms:W3CDTF">2025-10-11T02:18:54Z</dcterms:modified>
</cp:coreProperties>
</file>